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9" d="100"/>
          <a:sy n="129" d="100"/>
        </p:scale>
        <p:origin x="472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49A74F-0801-725B-1035-934DE38DF6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43847-2ADB-7EAE-8436-F0AA37160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6F1DD-7B1C-8B4B-8F23-33B6B81846C2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5BCAB-3AE1-E2D0-6869-8CBBBB5108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1CF0B-E848-1EC7-3B78-020F14FDB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C09E0-D85E-4246-9F12-8BA0CDBE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24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this slide too.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484188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 b="0" i="0" baseline="0">
                <a:solidFill>
                  <a:srgbClr val="548235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072269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733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0A79003-2626-1D8F-FE0B-0F12900E5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28800" y="3924300"/>
            <a:ext cx="8534400" cy="23198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1"/>
            <a:ext cx="10972800" cy="5173664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55687"/>
            <a:ext cx="5384800" cy="507047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55687"/>
            <a:ext cx="5384800" cy="507047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695E3-160A-1182-A08B-49F89398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54101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93863"/>
            <a:ext cx="5386917" cy="44323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05410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693863"/>
            <a:ext cx="5389033" cy="4432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93EA6-65EB-EBFA-B114-8CE10857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07829-38D8-F49A-78AA-2EAC35A1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1244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1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609600" y="1011383"/>
            <a:ext cx="10972800" cy="3255818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09600" y="4378037"/>
            <a:ext cx="10972800" cy="162790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Leyenda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14F94F-1E52-2B42-BC75-C0C106E8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6271576"/>
            <a:ext cx="10515600" cy="442595"/>
          </a:xfrm>
        </p:spPr>
        <p:txBody>
          <a:bodyPr>
            <a:normAutofit/>
          </a:bodyPr>
          <a:lstStyle>
            <a:lvl1pPr marL="0" marR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Este recurso complementario de OpenStax es © Rice University bajo una licencia CC BY-NC-SA 4.0 Internacional; puede ser reproducido o modificado, pero debe atribuirse a OpenStax, Rice University y cualquier cambio debe ser indicado.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AFEFD2-D28D-C54F-70F8-461EEBE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831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38539"/>
            <a:ext cx="10972800" cy="586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27101"/>
            <a:ext cx="10972800" cy="5199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sldNum="0" hdr="0" ftr="0"/>
  <p:txStyles>
    <p:titleStyle>
      <a:lvl1pPr algn="l" defTabSz="457189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228600" algn="l" defTabSz="457189" rtl="0" eaLnBrk="1" latinLnBrk="0" hangingPunct="1">
        <a:spcBef>
          <a:spcPts val="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285"/>
            <a:ext cx="10363200" cy="1470025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 panose="020F0302020204030204" pitchFamily="34" charset="0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968310"/>
            <a:ext cx="8534400" cy="788143"/>
          </a:xfrm>
        </p:spPr>
        <p:txBody>
          <a:bodyPr>
            <a:normAutofit/>
          </a:bodyPr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30199"/>
            <a:ext cx="10972800" cy="1087439"/>
          </a:xfrm>
        </p:spPr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09A33"/>
      </a:accent1>
      <a:accent2>
        <a:srgbClr val="D04925"/>
      </a:accent2>
      <a:accent3>
        <a:srgbClr val="464846"/>
      </a:accent3>
      <a:accent4>
        <a:srgbClr val="EAC322"/>
      </a:accent4>
      <a:accent5>
        <a:srgbClr val="1B1E3F"/>
      </a:accent5>
      <a:accent6>
        <a:srgbClr val="548235"/>
      </a:accent6>
      <a:hlink>
        <a:srgbClr val="29749C"/>
      </a:hlink>
      <a:folHlink>
        <a:srgbClr val="9450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54823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54823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44</Words>
  <Application>Microsoft Macintosh PowerPoint</Application>
  <PresentationFormat>Widescreen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Microsoft Office User</cp:lastModifiedBy>
  <cp:revision>32</cp:revision>
  <dcterms:created xsi:type="dcterms:W3CDTF">2017-06-05T14:10:58Z</dcterms:created>
  <dcterms:modified xsi:type="dcterms:W3CDTF">2026-02-16T18:16:42Z</dcterms:modified>
</cp:coreProperties>
</file>